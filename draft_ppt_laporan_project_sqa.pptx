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6975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123444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Laporan Project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Software Quality Assurance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96112" y="2852928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F3E8"/>
                </a:solidFill>
              </a:rPr>
              <a:t>Aplikasi Pendaftaran Event Lari dan Pengujian Otomatis Menggunakan Selenium WebDriver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96112" y="3886200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1E78C8"/>
          </a:solidFill>
          <a:ln w="12700">
            <a:solidFill>
              <a:srgbClr val="1E7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3959352"/>
            <a:ext cx="740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Vue.js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993392" y="3886200"/>
            <a:ext cx="1207008" cy="347472"/>
          </a:xfrm>
          <a:prstGeom prst="roundRect">
            <a:avLst>
              <a:gd name="adj" fmla="val 21053"/>
            </a:avLst>
          </a:prstGeom>
          <a:solidFill>
            <a:srgbClr val="F28B2E"/>
          </a:solidFill>
          <a:ln w="12700">
            <a:solidFill>
              <a:srgbClr val="F28B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395935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Express.js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3886200"/>
            <a:ext cx="987552" cy="347472"/>
          </a:xfrm>
          <a:prstGeom prst="roundRect">
            <a:avLst>
              <a:gd name="adj" fmla="val 21053"/>
            </a:avLst>
          </a:prstGeom>
          <a:solidFill>
            <a:srgbClr val="16634B"/>
          </a:solidFill>
          <a:ln w="12700">
            <a:solidFill>
              <a:srgbClr val="1663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7288" y="3959352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SQLite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62272" y="388620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1E78C8"/>
          </a:solidFill>
          <a:ln w="12700">
            <a:solidFill>
              <a:srgbClr val="1E78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3959352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Selenium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96112" y="5897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F3E8"/>
                </a:solidFill>
              </a:rPr>
              <a:t>Panji Jaya Sutra - 20220801517 - Universitas Esa Unggul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823960" y="18745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1FFF9"/>
                </a:solidFill>
              </a:rPr>
              <a:t>SQA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577072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F3E8"/>
                </a:solidFill>
              </a:rPr>
              <a:t>END-TO-END TESTING</a:t>
            </a:r>
            <a:endParaRPr lang="en-US" sz="13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B0C38F6-490E-099D-8B81-30001BF99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059" y="515503"/>
            <a:ext cx="2556219" cy="14378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Ringkasan Project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76656" y="87782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Aplikasi proof of concept untuk menguji alur pendaftaran event lari.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22883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6327648"/>
            <a:ext cx="10652760" cy="0"/>
          </a:xfrm>
          <a:prstGeom prst="line">
            <a:avLst/>
          </a:prstGeom>
          <a:noFill/>
          <a:ln w="9525">
            <a:solidFill>
              <a:srgbClr val="D6DE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4173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417320"/>
            <a:ext cx="73152" cy="1828800"/>
          </a:xfrm>
          <a:prstGeom prst="rect">
            <a:avLst/>
          </a:prstGeom>
          <a:solidFill>
            <a:srgbClr val="F28B2E"/>
          </a:solidFill>
          <a:ln w="12700">
            <a:solidFill>
              <a:srgbClr val="F28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6002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2E"/>
                </a:solidFill>
              </a:rPr>
              <a:t>Masalah Utama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41832" y="1984248"/>
            <a:ext cx="301752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Pengujian manual berulang memerlukan waktu dan dapat menghasilkan proses yang tidak konsisten.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16552" y="14173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1417320"/>
            <a:ext cx="73152" cy="1828800"/>
          </a:xfrm>
          <a:prstGeom prst="rect">
            <a:avLst/>
          </a:prstGeom>
          <a:solidFill>
            <a:srgbClr val="16634B"/>
          </a:solidFill>
          <a:ln w="12700">
            <a:solidFill>
              <a:srgbClr val="1663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6002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2E"/>
                </a:solidFill>
              </a:rPr>
              <a:t>Solusi Project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45152" y="1984248"/>
            <a:ext cx="301752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Membuat aplikasi registrasi sederhana dan mengotomatisasi alur utama menggunakan Selenium WebDriver.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19872" y="14173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9872" y="1417320"/>
            <a:ext cx="73152" cy="1828800"/>
          </a:xfrm>
          <a:prstGeom prst="rect">
            <a:avLst/>
          </a:prstGeom>
          <a:solidFill>
            <a:srgbClr val="1E78C8"/>
          </a:solidFill>
          <a:ln w="12700">
            <a:solidFill>
              <a:srgbClr val="1E78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48472" y="16002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2E"/>
                </a:solidFill>
              </a:rPr>
              <a:t>Output Akhir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48472" y="1984248"/>
            <a:ext cx="301752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Data pendaftaran tersimpan di SQLite dan dapat diverifikasi melalui dashboard admin.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87552" y="3977640"/>
            <a:ext cx="10058400" cy="0"/>
          </a:xfrm>
          <a:prstGeom prst="line">
            <a:avLst/>
          </a:prstGeom>
          <a:noFill/>
          <a:ln w="25400">
            <a:solidFill>
              <a:srgbClr val="C8D6D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1520" y="3730752"/>
            <a:ext cx="502920" cy="502920"/>
          </a:xfrm>
          <a:prstGeom prst="ellipse">
            <a:avLst/>
          </a:prstGeom>
          <a:solidFill>
            <a:srgbClr val="16634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386791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389120"/>
            <a:ext cx="1234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</a:rPr>
              <a:t>Public Web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926080" y="3730752"/>
            <a:ext cx="502920" cy="502920"/>
          </a:xfrm>
          <a:prstGeom prst="ellipse">
            <a:avLst/>
          </a:prstGeom>
          <a:solidFill>
            <a:srgbClr val="1E78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81528" y="386791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60320" y="4389120"/>
            <a:ext cx="1234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</a:rPr>
              <a:t>Backend API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120640" y="3730752"/>
            <a:ext cx="502920" cy="502920"/>
          </a:xfrm>
          <a:prstGeom prst="ellipse">
            <a:avLst/>
          </a:prstGeom>
          <a:solidFill>
            <a:srgbClr val="16634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76088" y="386791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4389120"/>
            <a:ext cx="1234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</a:rPr>
              <a:t>SQLite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315200" y="3730752"/>
            <a:ext cx="502920" cy="502920"/>
          </a:xfrm>
          <a:prstGeom prst="ellipse">
            <a:avLst/>
          </a:prstGeom>
          <a:solidFill>
            <a:srgbClr val="1E78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70648" y="386791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49440" y="4389120"/>
            <a:ext cx="1234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</a:rPr>
              <a:t>Admin Dashboard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509760" y="3730752"/>
            <a:ext cx="502920" cy="502920"/>
          </a:xfrm>
          <a:prstGeom prst="ellipse">
            <a:avLst/>
          </a:prstGeom>
          <a:solidFill>
            <a:srgbClr val="16634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65208" y="386791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44000" y="4389120"/>
            <a:ext cx="1234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</a:rPr>
              <a:t>Selenium E2E</a:t>
            </a:r>
            <a:endParaRPr lang="en-US" sz="11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4726E57-07D1-E31A-24D3-F2CBAF437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0554" y="432852"/>
            <a:ext cx="1326878" cy="7463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Tujuan dan Batasan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76656" y="87782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Fokus project adalah pembelajaran SQA dan otomatisasi pengujian.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22883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6327648"/>
            <a:ext cx="10652760" cy="0"/>
          </a:xfrm>
          <a:prstGeom prst="line">
            <a:avLst/>
          </a:prstGeom>
          <a:noFill/>
          <a:ln w="9525">
            <a:solidFill>
              <a:srgbClr val="D6D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3B2E"/>
                </a:solidFill>
              </a:rPr>
              <a:t>Tujuan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49808" y="1874520"/>
            <a:ext cx="4892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99339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34B"/>
                </a:solidFill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25296" y="1984248"/>
            <a:ext cx="4270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Membuat backend API dengan Express.js dan SQLite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" y="2560320"/>
            <a:ext cx="4892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67919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34B"/>
                </a:solidFill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5296" y="2670048"/>
            <a:ext cx="4270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Membuat website pendaftaran menggunakan Vue.js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9808" y="3246120"/>
            <a:ext cx="4892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36499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34B"/>
                </a:solidFill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25296" y="3355848"/>
            <a:ext cx="4270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Membuat dashboard admin untuk melihat peserta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9808" y="3931920"/>
            <a:ext cx="48920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05079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34B"/>
                </a:solidFill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25296" y="4041648"/>
            <a:ext cx="4270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Membuat pengujian end-to-end dengan Selenium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3B2E"/>
                </a:solidFill>
              </a:rPr>
              <a:t>Batasan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446520" y="2002536"/>
            <a:ext cx="91440" cy="91440"/>
          </a:xfrm>
          <a:prstGeom prst="ellipse">
            <a:avLst/>
          </a:prstGeom>
          <a:solidFill>
            <a:srgbClr val="16634B"/>
          </a:solidFill>
          <a:ln w="12700">
            <a:solidFill>
              <a:srgbClr val="1663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19202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Hanya satu event contoh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46520" y="2569464"/>
            <a:ext cx="91440" cy="91440"/>
          </a:xfrm>
          <a:prstGeom prst="ellipse">
            <a:avLst/>
          </a:prstGeom>
          <a:solidFill>
            <a:srgbClr val="16634B"/>
          </a:solidFill>
          <a:ln w="12700">
            <a:solidFill>
              <a:srgbClr val="1663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56832" y="248716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Admin belum memakai autentikasi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46520" y="3136392"/>
            <a:ext cx="91440" cy="91440"/>
          </a:xfrm>
          <a:prstGeom prst="ellipse">
            <a:avLst/>
          </a:prstGeom>
          <a:solidFill>
            <a:srgbClr val="16634B"/>
          </a:solidFill>
          <a:ln w="12700">
            <a:solidFill>
              <a:srgbClr val="1663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56832" y="305409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Tidak ada pembayaran, email, atau tiket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46520" y="3703320"/>
            <a:ext cx="91440" cy="91440"/>
          </a:xfrm>
          <a:prstGeom prst="ellipse">
            <a:avLst/>
          </a:prstGeom>
          <a:solidFill>
            <a:srgbClr val="16634B"/>
          </a:solidFill>
          <a:ln w="12700">
            <a:solidFill>
              <a:srgbClr val="1663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56832" y="362102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Belum tersedia ubah dan hapus peserta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46520" y="4270248"/>
            <a:ext cx="91440" cy="91440"/>
          </a:xfrm>
          <a:prstGeom prst="ellipse">
            <a:avLst/>
          </a:prstGeom>
          <a:solidFill>
            <a:srgbClr val="16634B"/>
          </a:solidFill>
          <a:ln w="12700">
            <a:solidFill>
              <a:srgbClr val="1663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56832" y="418795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Fokus pada alur registrasi yang berhasil</a:t>
            </a:r>
            <a:endParaRPr lang="en-US" sz="16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BD0C532-93C8-5DAC-37E8-F22BF6BFB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0554" y="432852"/>
            <a:ext cx="1326878" cy="7463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Arsitektur Sistem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76656" y="87782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Empat service dalam satu repository monorepo.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22883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6327648"/>
            <a:ext cx="10652760" cy="0"/>
          </a:xfrm>
          <a:prstGeom prst="line">
            <a:avLst/>
          </a:prstGeom>
          <a:noFill/>
          <a:ln w="9525">
            <a:solidFill>
              <a:srgbClr val="D6DE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88920" y="2514600"/>
            <a:ext cx="594360" cy="0"/>
          </a:xfrm>
          <a:prstGeom prst="line">
            <a:avLst/>
          </a:prstGeom>
          <a:noFill/>
          <a:ln w="25400">
            <a:solidFill>
              <a:srgbClr val="9BB1A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0" y="2514600"/>
            <a:ext cx="594360" cy="0"/>
          </a:xfrm>
          <a:prstGeom prst="line">
            <a:avLst/>
          </a:prstGeom>
          <a:noFill/>
          <a:ln w="25400">
            <a:solidFill>
              <a:srgbClr val="9BB1A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183880" y="2514600"/>
            <a:ext cx="594360" cy="0"/>
          </a:xfrm>
          <a:prstGeom prst="line">
            <a:avLst/>
          </a:prstGeom>
          <a:noFill/>
          <a:ln w="25400">
            <a:solidFill>
              <a:srgbClr val="9BB1A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77240" y="201168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CFE0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011680"/>
            <a:ext cx="2057400" cy="91440"/>
          </a:xfrm>
          <a:prstGeom prst="rect">
            <a:avLst/>
          </a:prstGeom>
          <a:solidFill>
            <a:srgbClr val="16634B"/>
          </a:solidFill>
          <a:ln w="12700">
            <a:solidFill>
              <a:srgbClr val="1663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22199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3B2E"/>
                </a:solidFill>
              </a:rPr>
              <a:t>Public Web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51460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34B"/>
                </a:solidFill>
              </a:rPr>
              <a:t>Vue.js + Vite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7706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Menampilkan event dan formulir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0" y="201168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CFE0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2011680"/>
            <a:ext cx="2057400" cy="91440"/>
          </a:xfrm>
          <a:prstGeom prst="rect">
            <a:avLst/>
          </a:prstGeom>
          <a:solidFill>
            <a:srgbClr val="1E78C8"/>
          </a:solidFill>
          <a:ln w="12700">
            <a:solidFill>
              <a:srgbClr val="1E78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222199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3B2E"/>
                </a:solidFill>
              </a:rPr>
              <a:t>Backend API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11880" y="251460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78C8"/>
                </a:solidFill>
              </a:rPr>
              <a:t>Express.js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27706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Validasi dan simpan data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201168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CFE0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2011680"/>
            <a:ext cx="2057400" cy="91440"/>
          </a:xfrm>
          <a:prstGeom prst="rect">
            <a:avLst/>
          </a:prstGeom>
          <a:solidFill>
            <a:srgbClr val="F28B2E"/>
          </a:solidFill>
          <a:ln w="12700">
            <a:solidFill>
              <a:srgbClr val="F28B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22199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3B2E"/>
                </a:solidFill>
              </a:rPr>
              <a:t>Database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09360" y="251460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8B2E"/>
                </a:solidFill>
              </a:rPr>
              <a:t>SQLite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27706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Menyimpan registrasi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869680" y="201168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CFE0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69680" y="2011680"/>
            <a:ext cx="2057400" cy="91440"/>
          </a:xfrm>
          <a:prstGeom prst="rect">
            <a:avLst/>
          </a:prstGeom>
          <a:solidFill>
            <a:srgbClr val="16634B"/>
          </a:solidFill>
          <a:ln w="12700">
            <a:solidFill>
              <a:srgbClr val="1663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06840" y="222199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3B2E"/>
                </a:solidFill>
              </a:rPr>
              <a:t>Admin Dashboard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006840" y="251460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34B"/>
                </a:solidFill>
              </a:rPr>
              <a:t>Vue.js + Vite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052560" y="27706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Menampilkan daftar peserta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51560" y="4069080"/>
            <a:ext cx="10058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1560" y="4069080"/>
            <a:ext cx="73152" cy="1143000"/>
          </a:xfrm>
          <a:prstGeom prst="rect">
            <a:avLst/>
          </a:prstGeom>
          <a:solidFill>
            <a:srgbClr val="1E78C8"/>
          </a:solidFill>
          <a:ln w="12700">
            <a:solidFill>
              <a:srgbClr val="1E78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80160" y="4251960"/>
            <a:ext cx="9646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2E"/>
                </a:solidFill>
              </a:rPr>
              <a:t>Service Pengujian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80160" y="4636008"/>
            <a:ext cx="964692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E2E Tests menggunakan Selenium WebDriver untuk membuka public web, mengisi formulir, dan memverifikasi data pada dashboard admin.</a:t>
            </a:r>
            <a:endParaRPr lang="en-US" sz="12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FDAC591-DFAF-EDB8-90D0-2F9EF295D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0554" y="432852"/>
            <a:ext cx="1326878" cy="7463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Rancangan Data dan API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76656" y="87782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Data peserta dikirim dari public web ke backend lalu disimpan ke SQLite.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22883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6327648"/>
            <a:ext cx="10652760" cy="0"/>
          </a:xfrm>
          <a:prstGeom prst="line">
            <a:avLst/>
          </a:prstGeom>
          <a:noFill/>
          <a:ln w="9525">
            <a:solidFill>
              <a:srgbClr val="D6D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417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3B2E"/>
                </a:solidFill>
              </a:rPr>
              <a:t>Data Registrasi Utama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1956816"/>
            <a:ext cx="91440" cy="91440"/>
          </a:xfrm>
          <a:prstGeom prst="ellipse">
            <a:avLst/>
          </a:prstGeom>
          <a:solidFill>
            <a:srgbClr val="16634B"/>
          </a:solidFill>
          <a:ln w="12700">
            <a:solidFill>
              <a:srgbClr val="1663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8745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name, email, phone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2395728"/>
            <a:ext cx="91440" cy="91440"/>
          </a:xfrm>
          <a:prstGeom prst="ellipse">
            <a:avLst/>
          </a:prstGeom>
          <a:solidFill>
            <a:srgbClr val="1E78C8"/>
          </a:solidFill>
          <a:ln w="12700">
            <a:solidFill>
              <a:srgbClr val="1E78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3134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gender, birth_date, address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2834640"/>
            <a:ext cx="91440" cy="91440"/>
          </a:xfrm>
          <a:prstGeom prst="ellipse">
            <a:avLst/>
          </a:prstGeom>
          <a:solidFill>
            <a:srgbClr val="16634B"/>
          </a:solidFill>
          <a:ln w="12700">
            <a:solidFill>
              <a:srgbClr val="1663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7523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race_category: 5K / 10K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77240" y="3273552"/>
            <a:ext cx="91440" cy="91440"/>
          </a:xfrm>
          <a:prstGeom prst="ellipse">
            <a:avLst/>
          </a:prstGeom>
          <a:solidFill>
            <a:srgbClr val="1E78C8"/>
          </a:solidFill>
          <a:ln w="12700">
            <a:solidFill>
              <a:srgbClr val="1E78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1912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shirt_size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77240" y="3712464"/>
            <a:ext cx="91440" cy="91440"/>
          </a:xfrm>
          <a:prstGeom prst="ellipse">
            <a:avLst/>
          </a:prstGeom>
          <a:solidFill>
            <a:srgbClr val="16634B"/>
          </a:solidFill>
          <a:ln w="12700">
            <a:solidFill>
              <a:srgbClr val="1663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3630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emergency_contact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77240" y="4151376"/>
            <a:ext cx="91440" cy="91440"/>
          </a:xfrm>
          <a:prstGeom prst="ellipse">
            <a:avLst/>
          </a:prstGeom>
          <a:solidFill>
            <a:srgbClr val="1E78C8"/>
          </a:solidFill>
          <a:ln w="12700">
            <a:solidFill>
              <a:srgbClr val="1E78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40690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medical_condition (opsional)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77240" y="4590288"/>
            <a:ext cx="91440" cy="91440"/>
          </a:xfrm>
          <a:prstGeom prst="ellipse">
            <a:avLst/>
          </a:prstGeom>
          <a:solidFill>
            <a:srgbClr val="16634B"/>
          </a:solidFill>
          <a:ln w="12700">
            <a:solidFill>
              <a:srgbClr val="1663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45079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registration_code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77240" y="5029200"/>
            <a:ext cx="91440" cy="91440"/>
          </a:xfrm>
          <a:prstGeom prst="ellipse">
            <a:avLst/>
          </a:prstGeom>
          <a:solidFill>
            <a:srgbClr val="1E78C8"/>
          </a:solidFill>
          <a:ln w="12700">
            <a:solidFill>
              <a:srgbClr val="1E78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49469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created_at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217920" y="1417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3B2E"/>
                </a:solidFill>
              </a:rPr>
              <a:t>Endpoint API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263640" y="1874520"/>
            <a:ext cx="49377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2020824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8C8"/>
                </a:solidFill>
              </a:rPr>
              <a:t>GET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59168" y="200253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/health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006840" y="200253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4748B"/>
                </a:solidFill>
              </a:rPr>
              <a:t>Cek backend aktif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6263640" y="2624328"/>
            <a:ext cx="49377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2770632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8C8"/>
                </a:solidFill>
              </a:rPr>
              <a:t>GET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59168" y="275234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/api/event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006840" y="275234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4748B"/>
                </a:solidFill>
              </a:rPr>
              <a:t>Ambil informasi event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6263640" y="3374136"/>
            <a:ext cx="49377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3520440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8B2E"/>
                </a:solidFill>
              </a:rPr>
              <a:t>POST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59168" y="35021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/api/registrations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006840" y="35021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4748B"/>
                </a:solidFill>
              </a:rPr>
              <a:t>Simpan pendaftaran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6263640" y="4123944"/>
            <a:ext cx="49377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4270248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8C8"/>
                </a:solidFill>
              </a:rPr>
              <a:t>GET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59168" y="425196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/api/registrations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006840" y="42519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4748B"/>
                </a:solidFill>
              </a:rPr>
              <a:t>Ambil daftar peserta</a:t>
            </a:r>
            <a:endParaRPr lang="en-US" sz="112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DBCE886-86E4-DA5A-EEA8-476B57F7B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0554" y="432852"/>
            <a:ext cx="1326878" cy="7463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Implementasi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76656" y="87782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Struktur aplikasi dibuat sederhana agar mudah dijalankan dan diuji.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22883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6327648"/>
            <a:ext cx="10652760" cy="0"/>
          </a:xfrm>
          <a:prstGeom prst="line">
            <a:avLst/>
          </a:prstGeom>
          <a:noFill/>
          <a:ln w="9525">
            <a:solidFill>
              <a:srgbClr val="D6DE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1732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17320"/>
            <a:ext cx="73152" cy="1417320"/>
          </a:xfrm>
          <a:prstGeom prst="rect">
            <a:avLst/>
          </a:prstGeom>
          <a:solidFill>
            <a:srgbClr val="1E78C8"/>
          </a:solidFill>
          <a:ln w="12700">
            <a:solidFill>
              <a:srgbClr val="1E78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6002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2E"/>
                </a:solidFill>
              </a:rPr>
              <a:t>Backend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984248"/>
            <a:ext cx="306324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Express.js membuat database SQLite, tabel event, tabel registrasi, dan validasi field wajib.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70832" y="141732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0832" y="1417320"/>
            <a:ext cx="73152" cy="1417320"/>
          </a:xfrm>
          <a:prstGeom prst="rect">
            <a:avLst/>
          </a:prstGeom>
          <a:solidFill>
            <a:srgbClr val="16634B"/>
          </a:solidFill>
          <a:ln w="12700">
            <a:solidFill>
              <a:srgbClr val="1663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16002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2E"/>
                </a:solidFill>
              </a:rPr>
              <a:t>Public Web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99432" y="1984248"/>
            <a:ext cx="306324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Vue.js mengambil data event, menerima input peserta, mengirim registrasi, dan menampilkan kode sukses.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10144" y="141732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10144" y="1417320"/>
            <a:ext cx="73152" cy="1417320"/>
          </a:xfrm>
          <a:prstGeom prst="rect">
            <a:avLst/>
          </a:prstGeom>
          <a:solidFill>
            <a:srgbClr val="F28B2E"/>
          </a:solidFill>
          <a:ln w="12700">
            <a:solidFill>
              <a:srgbClr val="F28B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38744" y="16002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2E"/>
                </a:solidFill>
              </a:rPr>
              <a:t>Dashboard Admin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38744" y="1984248"/>
            <a:ext cx="306324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Dashboard mengambil daftar peserta dari backend dan menampilkan data dalam bentuk tabel.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9808" y="3337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3B2E"/>
                </a:solidFill>
              </a:rPr>
              <a:t>Struktur Repository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7240" y="3703320"/>
            <a:ext cx="4983480" cy="1508760"/>
          </a:xfrm>
          <a:prstGeom prst="roundRect">
            <a:avLst>
              <a:gd name="adj" fmla="val 3636"/>
            </a:avLst>
          </a:prstGeom>
          <a:solidFill>
            <a:srgbClr val="102A22"/>
          </a:solidFill>
          <a:ln w="12700">
            <a:solidFill>
              <a:srgbClr val="102A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3886200"/>
            <a:ext cx="452628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F3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apps/backend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9F3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apps/public-web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9F3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apps/admin-dashboard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9F3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apps/e2e-tests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9F3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compose.yaml  •  Caddyfile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3337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3B2E"/>
                </a:solidFill>
              </a:rPr>
              <a:t>Mode Selenium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19088" y="3703320"/>
            <a:ext cx="4800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5392" y="382219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34B"/>
                </a:solidFill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94576" y="3813048"/>
            <a:ext cx="4178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Mode dev: menargetkan website lokal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19088" y="4443984"/>
            <a:ext cx="4800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65392" y="456285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78C8"/>
                </a:solidFill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94576" y="4553712"/>
            <a:ext cx="4178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Mode prod: menargetkan domain production</a:t>
            </a:r>
            <a:endParaRPr lang="en-US" sz="13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670BE18-321D-FDC1-4A63-BADB9F9A1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0554" y="432852"/>
            <a:ext cx="1326878" cy="7463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Pengujian SQA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76656" y="87782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Pengujian dilakukan pada API dan alur end-to-end menggunakan browser otomatis.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22883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6327648"/>
            <a:ext cx="10652760" cy="0"/>
          </a:xfrm>
          <a:prstGeom prst="line">
            <a:avLst/>
          </a:prstGeom>
          <a:noFill/>
          <a:ln w="9525">
            <a:solidFill>
              <a:srgbClr val="D6D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4173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3B2E"/>
                </a:solidFill>
              </a:rPr>
              <a:t>Pengujian API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1874520"/>
            <a:ext cx="49834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99339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78C8"/>
                </a:solidFill>
              </a:rPr>
              <a:t>API-01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45920" y="1984248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Health check menghasilkan status ok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777240" y="2514600"/>
            <a:ext cx="49834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63347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78C8"/>
                </a:solidFill>
              </a:rPr>
              <a:t>API-02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45920" y="2624328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Data event berhasil diterima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777240" y="3154680"/>
            <a:ext cx="49834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2735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78C8"/>
                </a:solidFill>
              </a:rPr>
              <a:t>API-03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45920" y="3264408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Registrasi tidak valid ditolak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777240" y="3794760"/>
            <a:ext cx="49834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91363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78C8"/>
                </a:solidFill>
              </a:rPr>
              <a:t>API-04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45920" y="3904488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Registrasi valid tersimpan dan dapat dibaca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6400800" y="14173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3B2E"/>
                </a:solidFill>
              </a:rPr>
              <a:t>Selenium E2E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446520" y="1874520"/>
            <a:ext cx="21488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6248" y="199339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937"/>
                </a:solidFill>
              </a:rPr>
              <a:t>1. Buka public web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8869680" y="1874520"/>
            <a:ext cx="2148840" cy="420624"/>
          </a:xfrm>
          <a:prstGeom prst="roundRect">
            <a:avLst>
              <a:gd name="adj" fmla="val 10870"/>
            </a:avLst>
          </a:prstGeom>
          <a:solidFill>
            <a:srgbClr val="F2FBF8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79408" y="199339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937"/>
                </a:solidFill>
              </a:rPr>
              <a:t>2. Isi formulir registrasi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6446520" y="2587752"/>
            <a:ext cx="21488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56248" y="2706624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937"/>
                </a:solidFill>
              </a:rPr>
              <a:t>3. Kirim pendaftaran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8869680" y="2587752"/>
            <a:ext cx="2148840" cy="420624"/>
          </a:xfrm>
          <a:prstGeom prst="roundRect">
            <a:avLst>
              <a:gd name="adj" fmla="val 10870"/>
            </a:avLst>
          </a:prstGeom>
          <a:solidFill>
            <a:srgbClr val="F2FBF8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79408" y="2706624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937"/>
                </a:solidFill>
              </a:rPr>
              <a:t>4. Cek pesan sukses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6446520" y="3300984"/>
            <a:ext cx="21488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56248" y="3419856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937"/>
                </a:solidFill>
              </a:rPr>
              <a:t>5. Buka dashboard admin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8869680" y="3300984"/>
            <a:ext cx="2148840" cy="420624"/>
          </a:xfrm>
          <a:prstGeom prst="roundRect">
            <a:avLst>
              <a:gd name="adj" fmla="val 10870"/>
            </a:avLst>
          </a:prstGeom>
          <a:solidFill>
            <a:srgbClr val="F2FBF8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79408" y="3419856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937"/>
                </a:solidFill>
              </a:rPr>
              <a:t>6. Cari email peserta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6446520" y="4014216"/>
            <a:ext cx="21488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56248" y="413308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937"/>
                </a:solidFill>
              </a:rPr>
              <a:t>7. Validasi kode dan kategori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1051560" y="4983480"/>
            <a:ext cx="10058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51560" y="4983480"/>
            <a:ext cx="73152" cy="777240"/>
          </a:xfrm>
          <a:prstGeom prst="rect">
            <a:avLst/>
          </a:prstGeom>
          <a:solidFill>
            <a:srgbClr val="F28B2E"/>
          </a:solidFill>
          <a:ln w="12700">
            <a:solidFill>
              <a:srgbClr val="F28B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80160" y="5166360"/>
            <a:ext cx="9646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2E"/>
                </a:solidFill>
              </a:rPr>
              <a:t>Teknik yang Digunakan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80160" y="5550408"/>
            <a:ext cx="9646920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Functional testing, API testing, validation testing, end-to-end testing, dan regression testing sederhana.</a:t>
            </a:r>
            <a:endParaRPr lang="en-US" sz="125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3D25437F-7F03-D12E-8181-2A37902CC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0554" y="432852"/>
            <a:ext cx="1326878" cy="7463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Kesimpulan dan Saran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76656" y="87782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Project menunjukkan penerapan pengujian otomatis pada aplikasi web sederhana.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228832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6327648"/>
            <a:ext cx="10652760" cy="0"/>
          </a:xfrm>
          <a:prstGeom prst="line">
            <a:avLst/>
          </a:prstGeom>
          <a:noFill/>
          <a:ln w="9525">
            <a:solidFill>
              <a:srgbClr val="D6DE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1732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417320"/>
            <a:ext cx="73152" cy="2057400"/>
          </a:xfrm>
          <a:prstGeom prst="rect">
            <a:avLst/>
          </a:prstGeom>
          <a:solidFill>
            <a:srgbClr val="16634B"/>
          </a:solidFill>
          <a:ln w="12700">
            <a:solidFill>
              <a:srgbClr val="1663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002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2E"/>
                </a:solidFill>
              </a:rPr>
              <a:t>Kesimpulan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984248"/>
            <a:ext cx="4846320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Aplikasi berhasil menghubungkan public web, backend, database SQLite, dan dashboard admin. Selenium WebDriver membantu memeriksa alur registrasi secara konsisten dari awal sampai data muncul pada dashboard.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417320"/>
            <a:ext cx="73152" cy="2057400"/>
          </a:xfrm>
          <a:prstGeom prst="rect">
            <a:avLst/>
          </a:prstGeom>
          <a:solidFill>
            <a:srgbClr val="1E78C8"/>
          </a:solidFill>
          <a:ln w="12700">
            <a:solidFill>
              <a:srgbClr val="1E78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6002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3B2E"/>
                </a:solidFill>
              </a:rPr>
              <a:t>Manfaat SQA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1984248"/>
            <a:ext cx="4663440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Pengujian end-to-end membantu memastikan integrasi antarkomponen berjalan sesuai kebutuhan dan mengurangi ketergantungan pada pengujian manual berulang.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39502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3B2E"/>
                </a:solidFill>
              </a:rPr>
              <a:t>Saran Pengembangan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50392" y="4517136"/>
            <a:ext cx="91440" cy="91440"/>
          </a:xfrm>
          <a:prstGeom prst="ellipse">
            <a:avLst/>
          </a:prstGeom>
          <a:solidFill>
            <a:srgbClr val="16634B"/>
          </a:solidFill>
          <a:ln w="12700">
            <a:solidFill>
              <a:srgbClr val="1663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4434840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Autentikasi dashboard admin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50392" y="4910328"/>
            <a:ext cx="91440" cy="91440"/>
          </a:xfrm>
          <a:prstGeom prst="ellipse">
            <a:avLst/>
          </a:prstGeom>
          <a:solidFill>
            <a:srgbClr val="1E78C8"/>
          </a:solidFill>
          <a:ln w="12700">
            <a:solidFill>
              <a:srgbClr val="1E78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0704" y="4828032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Fitur ubah dan hapus peserta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50392" y="5303520"/>
            <a:ext cx="91440" cy="91440"/>
          </a:xfrm>
          <a:prstGeom prst="ellipse">
            <a:avLst/>
          </a:prstGeom>
          <a:solidFill>
            <a:srgbClr val="16634B"/>
          </a:solidFill>
          <a:ln w="12700">
            <a:solidFill>
              <a:srgbClr val="1663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5221224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Pengujian skenario gagal dan batas input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50392" y="5696712"/>
            <a:ext cx="91440" cy="91440"/>
          </a:xfrm>
          <a:prstGeom prst="ellipse">
            <a:avLst/>
          </a:prstGeom>
          <a:solidFill>
            <a:srgbClr val="1E78C8"/>
          </a:solidFill>
          <a:ln w="12700">
            <a:solidFill>
              <a:srgbClr val="1E78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" y="5614416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Continuous Integration untuk menjalankan test otomatis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50392" y="6089904"/>
            <a:ext cx="91440" cy="91440"/>
          </a:xfrm>
          <a:prstGeom prst="ellipse">
            <a:avLst/>
          </a:prstGeom>
          <a:solidFill>
            <a:srgbClr val="16634B"/>
          </a:solidFill>
          <a:ln w="12700">
            <a:solidFill>
              <a:srgbClr val="1663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0704" y="600760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</a:rPr>
              <a:t>Database server jika pengguna meningkat</a:t>
            </a:r>
            <a:endParaRPr lang="en-US" sz="13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67C4388-0DEE-363C-D213-642BEF817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0554" y="432852"/>
            <a:ext cx="1326878" cy="746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633</Words>
  <Application>Microsoft Office PowerPoint</Application>
  <PresentationFormat>Widescreen</PresentationFormat>
  <Paragraphs>152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 Display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Universitas Esa Unggul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Aplikasi Pendaftaran Event Lari dan Pengujian Otomatis Menggunakan Selenium WebDriver</dc:title>
  <dc:subject>Draft PPT Laporan Project Software Quality Assurance</dc:subject>
  <dc:creator>OpenAI</dc:creator>
  <cp:lastModifiedBy>panji jayasutra</cp:lastModifiedBy>
  <cp:revision>4</cp:revision>
  <dcterms:created xsi:type="dcterms:W3CDTF">2026-07-15T08:08:20Z</dcterms:created>
  <dcterms:modified xsi:type="dcterms:W3CDTF">2026-07-15T08:25:17Z</dcterms:modified>
</cp:coreProperties>
</file>